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2" r:id="rId2"/>
    <p:sldId id="256" r:id="rId3"/>
    <p:sldId id="257" r:id="rId4"/>
    <p:sldId id="259" r:id="rId5"/>
    <p:sldId id="258" r:id="rId6"/>
    <p:sldId id="261" r:id="rId7"/>
    <p:sldId id="260" r:id="rId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1C2087C-7B08-940D-05F1-9A0CFF415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BD27040-C34E-7853-B945-F27635824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D9EDEC7-DA4D-BB6E-4FFD-38E0D1F51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F2EE-DE9B-44F0-9E3D-83F76434B48C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0662E16-B37F-0599-A39A-E40F0D775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16F0ACD-649F-40B0-B958-096AB5FE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9E4E-6874-46ED-8809-FC959B9988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426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FD5E071-51A0-B1A4-6DB9-380DEFDFE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87DBEEB-B6B8-B141-014E-B009B7A2F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FFFCE15-F533-E886-CBB9-AF99C86AA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F2EE-DE9B-44F0-9E3D-83F76434B48C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F0AA58D-4243-82B5-567A-35424FE0E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A5C8EA6-A25E-BDD8-7A7B-AD7195D4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9E4E-6874-46ED-8809-FC959B9988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399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4171E2-AF73-A685-46EC-54480D90F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F35A6B2-8DEF-5F90-DD20-E8BBF0BF5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4F66062-6CCA-1040-718B-9787DB14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F2EE-DE9B-44F0-9E3D-83F76434B48C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F94C88E-084B-14AF-7975-EC0E5BBB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FEA35D3-0153-8B92-B83E-644201B9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9E4E-6874-46ED-8809-FC959B9988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3223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557531D-BEAC-73C3-5D9D-FFFA4522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3A10BA1-0AD0-C0F6-6988-D82BA53F3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755DCB7-0707-D346-C371-49020A915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6AE9DA3-5512-32A1-2A9D-D3573DC0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F2EE-DE9B-44F0-9E3D-83F76434B48C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1AF1A08-FB62-4906-7EDC-4960142B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A438155-7E5F-C3AD-C5A9-4985328B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9E4E-6874-46ED-8809-FC959B9988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4489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80D1DB-F4E5-FB1F-C555-992F0927B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677F4BA-29B7-A987-CB22-47A0C67CC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252DFA2-8440-C2B3-C688-2676A558F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9ED429E8-66CE-7953-1AAA-85AC06030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6D3AD4E-68AB-C1C8-77E0-118B4E006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D5571D87-B3CB-7A13-5C54-A95F2B15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F2EE-DE9B-44F0-9E3D-83F76434B48C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716328D9-6260-EA03-4B10-F34678DD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D7EFE06-96E7-CA39-9449-D4F3BF5E1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9E4E-6874-46ED-8809-FC959B9988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2090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347D235-770D-E14F-C337-01C6304AE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19F8CE8-4EE6-59B5-551D-5FEFD4C5B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F2EE-DE9B-44F0-9E3D-83F76434B48C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56BAB09-A42E-6E01-74DE-E8447CAF7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264B2687-F169-B7B7-5DA8-26C06F05E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9E4E-6874-46ED-8809-FC959B9988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505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F461959-D2F0-5BF1-ED5F-030E606D7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F2EE-DE9B-44F0-9E3D-83F76434B48C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904F285-F2A9-866D-EB9E-8D23A3DDF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E85AFAE-4347-FD7C-F2C7-7F81AE20D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9E4E-6874-46ED-8809-FC959B9988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0997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F120AA-0557-684E-AB65-6E6314D4B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C445E14-FE60-1116-4546-EA5672365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AE92CDC-711C-0A5D-C037-B7905E751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E073D0B-60D7-2363-1B20-A53936B5A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F2EE-DE9B-44F0-9E3D-83F76434B48C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8B39ABE-269E-FD99-58F9-361EC26CF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DE047F5-D234-956C-CA8B-42F19B8ED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9E4E-6874-46ED-8809-FC959B9988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117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9350FE-F4CF-C102-52A2-39D0E051E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A1DE2D92-5C49-511A-EAEA-D8713F84C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B7B3F3F-CDBB-8850-D8C1-B1F2F8D37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02E64CC-1EED-AF2E-EB6A-2BD7DED3B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F2EE-DE9B-44F0-9E3D-83F76434B48C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B2348EB-EE58-9101-F048-95C6F6CF7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5A86775-E683-5961-E3DD-0DBCAB80B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9E4E-6874-46ED-8809-FC959B9988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5183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E56FC77-7675-606E-514C-704385A56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DC17807-4D86-297E-D868-DA6734DFD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3E1C994-5FF5-E582-5487-783DD3BD6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F2EE-DE9B-44F0-9E3D-83F76434B48C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B121684-64F9-E89A-951B-FD4AE3CB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D257AEA-3738-6335-B8AC-6D37663D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9E4E-6874-46ED-8809-FC959B9988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979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FE2B931B-FEF4-FCD8-AA22-2320D03A9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F129D1C-4352-1294-F470-0B3889B71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6EC673A-7B4A-E600-2CD7-0013983A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F2EE-DE9B-44F0-9E3D-83F76434B48C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B94130F-1C22-8138-F754-ACBC3BFC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002DFCB-44CF-541B-7744-4219CBB9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59E4E-6874-46ED-8809-FC959B9988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793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C091FC8-326B-8D3F-EE80-141E588D0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1E86E2C-4189-93C1-AAFB-FF4E5396D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BEB4131-D815-04CF-24F1-AFFD02578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3F2EE-DE9B-44F0-9E3D-83F76434B48C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456166F-3078-76C9-8495-CE29EB03C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473F85-12FC-1EE4-B2F3-4DE64B6E1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59E4E-6874-46ED-8809-FC959B9988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273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, כרטיס ביקו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539EFF7-636B-9A22-4DF4-369ABBCC4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3"/>
            <a:ext cx="12192000" cy="684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43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5F88BF1-FA61-B740-1F26-94386A982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" y="0"/>
            <a:ext cx="12177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772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24690F7-5280-3B55-2FB6-7FE5AC594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2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27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, כרטיס ביקו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91EB9A2-70E4-0FF7-601B-45419BE02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2274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7" name="תמונה 6" descr="תמונה שמכילה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5758D11-034C-E42F-38F1-5262888B73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4632" y="3588774"/>
            <a:ext cx="11582399" cy="31561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5213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AFC2D5B-BB59-36F1-8CE8-D51E25D8E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6477" y="0"/>
            <a:ext cx="12487433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85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6F6C9507-885F-C8F6-09D1-21C2EB2F26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57012902-2188-37D9-5EE6-006376511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657" y="0"/>
            <a:ext cx="12243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86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299BE26-4BA8-B82B-7CD6-D5AC85145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790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73619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מסך רחב</PresentationFormat>
  <Paragraphs>0</Paragraphs>
  <Slides>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שיר מוללקנדוב</dc:creator>
  <cp:lastModifiedBy>שיר מוללקנדוב</cp:lastModifiedBy>
  <cp:revision>1</cp:revision>
  <dcterms:created xsi:type="dcterms:W3CDTF">2025-12-23T09:44:54Z</dcterms:created>
  <dcterms:modified xsi:type="dcterms:W3CDTF">2025-12-23T10:05:33Z</dcterms:modified>
</cp:coreProperties>
</file>