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7F27C1B-C347-E859-CAFD-DAEF127BE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D2E5FCB-DEA0-6E48-38A0-EFD71CD49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7E0D50B-2BF7-B97E-EA3C-D60C61360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435-683E-4B32-ACED-04A975F2C568}" type="datetimeFigureOut">
              <a:rPr lang="he-IL" smtClean="0"/>
              <a:t>י"ז/כסלו/תשפ"ו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B36E9A3-5C08-F0DE-1A69-210C3938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5E7FBC6-F00A-D867-AB1B-7F19449B3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A19A8-619F-4240-B3A0-451D20D9D3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45660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DEB730A-098B-35DC-80BC-2747B4FE9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7B7F90C-0DFF-CE61-AE59-6B770BF24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F849F2A-5FD8-FEBE-33E8-C069A2102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435-683E-4B32-ACED-04A975F2C568}" type="datetimeFigureOut">
              <a:rPr lang="he-IL" smtClean="0"/>
              <a:t>י"ז/כסלו/תשפ"ו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082317F-E880-78A7-AD7B-17CEE3FC9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9E713E3-0D5D-DFDC-2D19-631A556AF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A19A8-619F-4240-B3A0-451D20D9D3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5194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97B5422-4BCA-28C2-0BE5-62D83DD51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8F5A91F-46FA-5AE4-5B15-4727496BE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877E871-3EAC-DAB2-E773-C312C1F35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435-683E-4B32-ACED-04A975F2C568}" type="datetimeFigureOut">
              <a:rPr lang="he-IL" smtClean="0"/>
              <a:t>י"ז/כסלו/תשפ"ו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E40F1AC-0462-FBEE-B18D-01F3514F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581AFE1-B72B-1206-DC75-1AA35A562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A19A8-619F-4240-B3A0-451D20D9D3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6725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ADACFD6-33F9-A941-CBE0-37AED9D5B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A1C1B3A-04B1-8A46-6331-242D93B5F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CB46124-B629-8A0B-C67A-2B721DF8D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E4DB0B5-A86C-9210-1388-04C98F81A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435-683E-4B32-ACED-04A975F2C568}" type="datetimeFigureOut">
              <a:rPr lang="he-IL" smtClean="0"/>
              <a:t>י"ז/כסלו/תשפ"ו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E540246-50A3-4466-D865-212F36C05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06AF377-2B60-8426-DB1A-A35C9991E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A19A8-619F-4240-B3A0-451D20D9D3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298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E1B3A7D-5BE1-CF38-62F1-8D1771EB5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A0A6621-89C0-EC8F-8C70-4D50D02EC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6FDB85F-6DEB-9CC8-9A82-FA63D9550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6300B852-FCD5-8DE4-914C-78AD4F615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0F46C6D1-AB2E-09B0-3C71-EBBCB87E8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9CDE5148-0F2C-39E0-1DFC-AC37393C5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435-683E-4B32-ACED-04A975F2C568}" type="datetimeFigureOut">
              <a:rPr lang="he-IL" smtClean="0"/>
              <a:t>י"ז/כסלו/תשפ"ו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161C209-302C-7568-946F-5B8164CAC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31B6C1A7-37DD-7CD5-D988-71586938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A19A8-619F-4240-B3A0-451D20D9D3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23276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7117E5A-82E3-89E7-3979-DE393A3E3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186EE03-3707-9449-7134-FC2A87321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435-683E-4B32-ACED-04A975F2C568}" type="datetimeFigureOut">
              <a:rPr lang="he-IL" smtClean="0"/>
              <a:t>י"ז/כסלו/תשפ"ו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E94CAC2-F80C-9927-EA1C-A5CB4AE1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F82CC40-167D-9D94-2387-E0C71F9A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A19A8-619F-4240-B3A0-451D20D9D3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517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327AA9B7-3053-25DB-4F40-FD60F1076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435-683E-4B32-ACED-04A975F2C568}" type="datetimeFigureOut">
              <a:rPr lang="he-IL" smtClean="0"/>
              <a:t>י"ז/כסלו/תשפ"ו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F313EFCC-61C5-D89D-B18B-B40A2AEF9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32F4DA3-46FC-82C2-BA35-9C721A3E7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A19A8-619F-4240-B3A0-451D20D9D3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96278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10DE4B9-5191-9E7F-33AD-B8B35854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9B769C3-CCD6-EF50-C42A-96889A468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236C4A3-7187-43E9-6797-CAA09A38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1FA7B55-A482-DD2B-DD49-EAA5BD375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435-683E-4B32-ACED-04A975F2C568}" type="datetimeFigureOut">
              <a:rPr lang="he-IL" smtClean="0"/>
              <a:t>י"ז/כסלו/תשפ"ו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3A34A0C-7C06-890C-4AA4-1362FD79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E99D929-6639-FE78-7739-008B08354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A19A8-619F-4240-B3A0-451D20D9D3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8632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861710-E21C-50BC-83A6-08FFBC52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60B91D4A-CD1D-9DE9-A03A-DF78EAFE66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B61FCAE-1C33-CBA2-CB80-891086E83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C4F68DD-3096-A26C-AF74-FD108E62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435-683E-4B32-ACED-04A975F2C568}" type="datetimeFigureOut">
              <a:rPr lang="he-IL" smtClean="0"/>
              <a:t>י"ז/כסלו/תשפ"ו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90012ED-D844-F707-C0A6-C3833CB7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D36CBC3-3302-9177-DF05-1962740E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A19A8-619F-4240-B3A0-451D20D9D3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83756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2DE19CE-4B40-DED4-4BBE-580A899DD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1C74682-DB46-4D32-5FA0-25EEAB727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F232518-141C-BA86-ABE9-B3251FDD1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435-683E-4B32-ACED-04A975F2C568}" type="datetimeFigureOut">
              <a:rPr lang="he-IL" smtClean="0"/>
              <a:t>י"ז/כסלו/תשפ"ו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85D626B-A158-69A7-4524-692D056E9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4E85EB5-32CA-DFAB-92EF-7E69DA2FE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A19A8-619F-4240-B3A0-451D20D9D3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8675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D648A0A1-96B7-A55B-5541-147B04FECD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71512D0-0D7A-1B46-FA0A-E2D27FB79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1CA3056-C943-5E83-6249-44043E0B9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435-683E-4B32-ACED-04A975F2C568}" type="datetimeFigureOut">
              <a:rPr lang="he-IL" smtClean="0"/>
              <a:t>י"ז/כסלו/תשפ"ו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B2AC666-E84E-57EF-6424-A41B5CAC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B446C5C-A3A9-170D-9BA2-9DF65589A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A19A8-619F-4240-B3A0-451D20D9D3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83510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733D3208-811D-7B69-A876-9F9524BD2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28352D3-49ED-2FD6-9925-8ADB11208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8A5650-4CA2-E43D-5DDD-3B8EA1264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90435-683E-4B32-ACED-04A975F2C568}" type="datetimeFigureOut">
              <a:rPr lang="he-IL" smtClean="0"/>
              <a:t>י"ז/כסלו/תשפ"ו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219C79F-6A77-B26D-05D8-B88893BF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3478BB8-8D2F-B2A6-CC19-ABC90CE0D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5A19A8-619F-4240-B3A0-451D20D9D3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998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>
            <a:extLst>
              <a:ext uri="{FF2B5EF4-FFF2-40B4-BE49-F238E27FC236}">
                <a16:creationId xmlns:a16="http://schemas.microsoft.com/office/drawing/2014/main" id="{8CA4BAF7-7103-2176-0E2C-0B6AF4F37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4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178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93F0395A-A468-44D7-E90E-1C17CE302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15"/>
            <a:ext cx="12233940" cy="694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88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3BA8F0B8-F0AB-9CD1-9534-CF887A4C68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0" t="2913"/>
          <a:stretch>
            <a:fillRect/>
          </a:stretch>
        </p:blipFill>
        <p:spPr>
          <a:xfrm>
            <a:off x="0" y="45301"/>
            <a:ext cx="12192000" cy="72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214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D7C6D1F0-1DA5-338D-4A70-FF3957767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35"/>
            <a:ext cx="12191999" cy="686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2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D130FC4E-6DA6-90F3-5745-919EE6730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82"/>
            <a:ext cx="12379500" cy="690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5130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0</Words>
  <Application>Microsoft Office PowerPoint</Application>
  <PresentationFormat>מסך רחב</PresentationFormat>
  <Paragraphs>0</Paragraphs>
  <Slides>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שיר מוללקנדוב</dc:creator>
  <cp:lastModifiedBy>שיר מוללקנדוב</cp:lastModifiedBy>
  <cp:revision>1</cp:revision>
  <dcterms:created xsi:type="dcterms:W3CDTF">2025-12-07T17:05:45Z</dcterms:created>
  <dcterms:modified xsi:type="dcterms:W3CDTF">2025-12-07T18:06:23Z</dcterms:modified>
</cp:coreProperties>
</file>